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Sign Language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B5F6"/>
                </a:solidFill>
              </a:defRPr>
            </a:pPr>
            <a:r>
              <a:t>Real-time ASL Gesture Recognition using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❓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• Over 70 million deaf people worldwide use sign language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• Communication barrier between deaf and hearing communities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• Limited availability of sign language interpreters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• Need for accessible technology to bridge this gap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• Real-time translation can improve daily interactions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💡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Real-time ASL gesture recognition system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Uses computer vision and deep learning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Recognizes 37 gestures (A-Z, 0-9, Space)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Works with any webcam - no special hardware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Fast and accurate detection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Easy to deploy and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🛠️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96F3"/>
                </a:solidFill>
              </a:defRPr>
            </a:pPr>
            <a:r>
              <a:t>Computer Vision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OpenCV for video capture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MediaPipe for hand detection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21 hand landmark extraction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Real-time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CAF50"/>
                </a:solidFill>
              </a:defRPr>
            </a:pPr>
            <a:r>
              <a:t>Machine Learning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Keras/JAX neural network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Dense layers architecture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3,700+ training images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High accuracy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⚙️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1️⃣  Capture video frame from webcam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2️⃣  Detect hand using MediaPipe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3️⃣  Extract 21 landmark points (63 coordinates)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4️⃣  Feed landmarks to neural network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5️⃣  Predict gesture with confidence score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6️⃣  Display result in real-time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📹 Input Layer: Webcam video stream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🔍 Processing: MediaPipe hand landmark detection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🧠 Model: Dense Neural Network (63 → 128 → 64 → 37)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📊 Output: Gesture prediction + confidence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💻 Interface: OpenCV window / Streamlit web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✨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🎯 37 Gesture Recognition (A-Z, 0-9, Space)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⚡ Real-time Processing (30+ FPS)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🎤 Voice Output (Text-to-Speech)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📺 Large On-Screen Subtitles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🌐 Web Interface for Photo Upload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📱 Works on Desktop and Laptop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37E"/>
                </a:solidFill>
              </a:defRPr>
            </a:pPr>
            <a:r>
              <a:t>📊 Project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011680" cy="274320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Gestures</a:t>
            </a:r>
          </a:p>
          <a:p>
            <a:r>
              <a:t>Trained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011680"/>
            <a:ext cx="2011680" cy="27432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2860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3,700+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5661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Training</a:t>
            </a:r>
          </a:p>
          <a:p>
            <a:r>
              <a:t>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011680"/>
            <a:ext cx="2011680" cy="27432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5661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Hand</a:t>
            </a:r>
          </a:p>
          <a:p>
            <a:r>
              <a:t>Landmarks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011680"/>
            <a:ext cx="2011680" cy="274320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2860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5661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Input</a:t>
            </a:r>
          </a:p>
          <a:p>
            <a:r>
              <a:t>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96F3"/>
                </a:solidFill>
              </a:defRPr>
            </a:pPr>
            <a:r>
              <a:t>Current Use Cases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Learning sign language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Communication aid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Accessibility tool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Educational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CAF50"/>
                </a:solidFill>
              </a:defRPr>
            </a:pPr>
            <a:r>
              <a:t>Future Possibilities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Video call translation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Public service kiosks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Mobile applications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Smart home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📈 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High Accuracy: 90%+ on test data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Fast Inference: &lt;50ms per frame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Smooth Performance: 30+ FPS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Low Latency: Real-time detection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Robust: Works in various lighting conditions</a:t>
            </a:r>
          </a:p>
          <a:p>
            <a:pPr>
              <a:spcBef>
                <a:spcPts val="1200"/>
              </a:spcBef>
              <a:defRPr sz="2000">
                <a:solidFill>
                  <a:srgbClr val="424242"/>
                </a:solidFill>
              </a:defRPr>
            </a:pPr>
            <a:r>
              <a:t>✅ Deployable: Runs on standard computers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🚀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96F3"/>
                </a:solidFill>
              </a:defRPr>
            </a:pPr>
            <a:r>
              <a:t>Local Deployment ✅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Live camera detection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Zero latency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Python script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Best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CAF50"/>
                </a:solidFill>
              </a:defRPr>
            </a:pPr>
            <a:r>
              <a:t>Cloud Deployment ✅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Photo upload only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Streamlit Cloud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Accessible anywhere</a:t>
            </a:r>
          </a:p>
          <a:p>
            <a:pPr>
              <a:spcBef>
                <a:spcPts val="800"/>
              </a:spcBef>
              <a:defRPr sz="1800">
                <a:solidFill>
                  <a:srgbClr val="424242"/>
                </a:solidFill>
              </a:defRPr>
            </a:pPr>
            <a:r>
              <a:t>• No installation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B5F6"/>
                </a:solidFill>
              </a:defRPr>
            </a:pPr>
            <a:r>
              <a:t>GitHub: devesh950/Sign-Language-Detections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